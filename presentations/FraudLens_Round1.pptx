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9" r:id="rId21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1" Type="http://schemas.openxmlformats.org/officeDocument/2006/relationships/slide" Target="slides/slide14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FraudLens is a web app that tells ordinary people whether a message or link is a scam, and explains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gap: existing tools give a verdict without reasons, and are not tuned for Indian scams.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2880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2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24128" y="1993392"/>
            <a:ext cx="658368" cy="658368"/>
          </a:xfrm>
          <a:prstGeom prst="donu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591056" y="2560320"/>
            <a:ext cx="237744" cy="237744"/>
          </a:xfrm>
          <a:prstGeom prst="line">
            <a:avLst/>
          </a:prstGeom>
          <a:ln w="1143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1691640"/>
            <a:ext cx="9144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"/>
              </a:rPr>
              <a:t>FraudLens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606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C7D2FE"/>
                </a:solidFill>
                <a:latin typeface="Segoe UI"/>
              </a:rPr>
              <a:t>Explainable phishing &amp; digital-fraud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Paste an SMS, WhatsApp message, email or link — get a risk score, the scam type,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every warning sign with evidence, and what to do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Segoe UI"/>
              </a:rPr>
              <a:t>Round 1 · Problem, solution and demo  ·  Brief CC6-AI05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Digital fraud in India reaches people through everyday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197510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Segoe UI"/>
              </a:rPr>
              <a:t>Many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11827"/>
                </a:solidFill>
                <a:latin typeface="Segoe UI"/>
              </a:rPr>
              <a:t>•  SMS and WhatsApp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11827"/>
                </a:solidFill>
                <a:latin typeface="Segoe UI"/>
              </a:rPr>
              <a:t>•  Emails with forged senders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11827"/>
                </a:solidFill>
                <a:latin typeface="Segoe UI"/>
              </a:rPr>
              <a:t>•  Look-alike 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5661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72768"/>
            <a:ext cx="64008" cy="197510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Segoe UI"/>
              </a:rPr>
              <a:t>Local scam scripts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5740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11827"/>
                </a:solidFill>
                <a:latin typeface="Segoe UI"/>
              </a:rPr>
              <a:t>•  Fake KYC / account block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11827"/>
                </a:solidFill>
                <a:latin typeface="Segoe UI"/>
              </a:rPr>
              <a:t>•  'Digital arrest' by fake police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11827"/>
                </a:solidFill>
                <a:latin typeface="Segoe UI"/>
              </a:rPr>
              <a:t>•  Fake jobs, prizes, UPI refunds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72768"/>
            <a:ext cx="64008" cy="197510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00200"/>
            <a:ext cx="31546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Segoe UI"/>
              </a:rPr>
              <a:t>Hard to spot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5740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11827"/>
                </a:solidFill>
                <a:latin typeface="Segoe UI"/>
              </a:rPr>
              <a:t>•  Disguised text: 'K.Y.C', 'bl0cked'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11827"/>
                </a:solidFill>
                <a:latin typeface="Segoe UI"/>
              </a:rPr>
              <a:t>•  Links like paypa1-secure.com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11827"/>
                </a:solidFill>
                <a:latin typeface="Segoe UI"/>
              </a:rPr>
              <a:t>•  Urgency and threats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11109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3A8A"/>
                </a:solidFill>
                <a:latin typeface="Segoe UI"/>
              </a:rPr>
              <a:t>What's missing for the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17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•  A yes/no answer isn't enough</a:t>
            </a:r>
            <a:r>
              <a:rPr sz="1600">
                <a:solidFill>
                  <a:srgbClr val="5B6475"/>
                </a:solidFill>
                <a:latin typeface="Segoe UI"/>
              </a:rPr>
              <a:t> — people need to see why a message is risky to trust the result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•  Generic spam filters</a:t>
            </a:r>
            <a:r>
              <a:rPr sz="1600">
                <a:solidFill>
                  <a:srgbClr val="5B6475"/>
                </a:solidFill>
                <a:latin typeface="Segoe UI"/>
              </a:rPr>
              <a:t> — aren't tuned to Indian scam scripts, banks and government services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11827"/>
                </a:solidFill>
                <a:latin typeface="Segoe UI"/>
              </a:rPr>
              <a:t>•  Clear next steps</a:t>
            </a:r>
            <a:r>
              <a:rPr sz="1600">
                <a:solidFill>
                  <a:srgbClr val="5B6475"/>
                </a:solidFill>
                <a:latin typeface="Segoe UI"/>
              </a:rPr>
              <a:t> — who to call (1930), where to report (cybercrime.gov.in), what not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What FraudLens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One text box in, an explained verdict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291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362102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F3A8A"/>
                </a:solidFill>
                <a:latin typeface="Segoe U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9718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•  SMS / WhatsApp text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•  Raw email with headers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•  A single URL</a:t>
            </a:r>
          </a:p>
          <a:p>
            <a:pPr>
              <a:spcAft>
                <a:spcPts val="4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•  Optional: live link check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39" y="3200400"/>
            <a:ext cx="4114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463040"/>
            <a:ext cx="713232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572768"/>
            <a:ext cx="64008" cy="362102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600200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F3A8A"/>
                </a:solidFill>
                <a:latin typeface="Segoe UI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57400"/>
            <a:ext cx="6812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•  Risk score 0–100</a:t>
            </a:r>
            <a:r>
              <a:rPr sz="1700">
                <a:solidFill>
                  <a:srgbClr val="5B6475"/>
                </a:solidFill>
                <a:latin typeface="Segoe UI"/>
              </a:rPr>
              <a:t> — low / medium / high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•  Scam type</a:t>
            </a:r>
            <a:r>
              <a:rPr sz="1700">
                <a:solidFill>
                  <a:srgbClr val="5B6475"/>
                </a:solidFill>
                <a:latin typeface="Segoe UI"/>
              </a:rPr>
              <a:t> — fake KYC, digital arrest, fake job, investment, prize, delivery, government…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•  Every indicator</a:t>
            </a:r>
            <a:r>
              <a:rPr sz="1700">
                <a:solidFill>
                  <a:srgbClr val="5B6475"/>
                </a:solidFill>
                <a:latin typeface="Segoe UI"/>
              </a:rPr>
              <a:t> — with the exact text that triggered it and a plain-language explanation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•  Per-link breakdown</a:t>
            </a:r>
            <a:r>
              <a:rPr sz="1700">
                <a:solidFill>
                  <a:srgbClr val="5B6475"/>
                </a:solidFill>
                <a:latin typeface="Segoe UI"/>
              </a:rPr>
              <a:t> — real domain, ML probability, redirects, domain age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•  What to do next</a:t>
            </a:r>
            <a:r>
              <a:rPr sz="1700">
                <a:solidFill>
                  <a:srgbClr val="5B6475"/>
                </a:solidFill>
                <a:latin typeface="Segoe UI"/>
              </a:rPr>
              <a:t> — including 1930 helpline and cybercrime.gov.in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827"/>
                </a:solidFill>
                <a:latin typeface="Segoe UI"/>
              </a:rPr>
              <a:t>•  Fast</a:t>
            </a:r>
            <a:r>
              <a:rPr sz="1700">
                <a:solidFill>
                  <a:srgbClr val="5B6475"/>
                </a:solidFill>
                <a:latin typeface="Segoe UI"/>
              </a:rPr>
              <a:t> — ≈12 ms per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3212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9848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>
                <a:solidFill>
                  <a:srgbClr val="1F3A8A"/>
                </a:solidFill>
                <a:latin typeface="Segoe UI"/>
              </a:rPr>
              <a:t>Goal: explain, not just classify — users see exactly why something looks like a scam.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Example: a fake bank KYC 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Real output from the engine for one of the built-in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106984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Segoe UI"/>
              </a:rPr>
              <a:t>“Dear Customer, your SBI YONO account will be blocked today. Please update your PAN/KYC immediately: http://sbi-yono-kyc.xyz/update”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B91C1C"/>
                </a:solidFill>
                <a:latin typeface="Segoe UI"/>
              </a:rPr>
              <a:t>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B91C1C"/>
                </a:solidFill>
                <a:latin typeface="Segoe UI"/>
              </a:rPr>
              <a:t>100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Segoe UI"/>
              </a:rPr>
              <a:t>Fake bank / KYC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32918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Segoe UI"/>
              </a:rPr>
              <a:t>Advice: don't click, reply or pay; verify via the official app; report at cybercrime.gov.in or call 1930.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434840" y="2514600"/>
          <a:ext cx="3566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Message signals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Pts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KYC / PAN update demand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Threat of account block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+15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Urgency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Mentions a bank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+6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Generic greeting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ML model: 91% phishing-like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+39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183879" y="2514600"/>
          <a:ext cx="3474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Link signals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Pts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'sbi' on a domain it doesn't 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Uncommon ending '.xyz'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+10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Not using HTTPS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Login words in link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+8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Not in top-100k sites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URL ML model: 99.9% phishing-like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+40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A layered pipeline: every layer adds points and an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1. Normalise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Unicode clean-up, strip hidden characters, undo hxxp / [.] / 'K.Y.C' / 'bl0cked'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05072" y="2331720"/>
            <a:ext cx="301752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46304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7276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2. Email headers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Brand vs sender domain, free-mail 'official', Reply-To mismatch, SPF/DKIM/DMARC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99832" y="2331720"/>
            <a:ext cx="301752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7276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60020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3. Text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5740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20 weighted Indian-context fraud patterns + 2 'genuine message'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5020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7764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4. Text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TF-IDF + logistic regression; shows the words that pushed the score up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05072" y="4709160"/>
            <a:ext cx="301752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38404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950208"/>
            <a:ext cx="64008" cy="18379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97764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5. Each URL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43484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Threat intel, reputation, look-alikes, punycode, shorteners, URL ML, optional live check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799832" y="4709160"/>
            <a:ext cx="301752" cy="27432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3840480"/>
            <a:ext cx="34290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950208"/>
            <a:ext cx="64008" cy="18379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977640"/>
            <a:ext cx="3063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F59E0B"/>
                </a:solidFill>
                <a:latin typeface="Segoe UI"/>
              </a:rPr>
              <a:t>6. Score &amp; advise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34840"/>
            <a:ext cx="3063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B6475"/>
                </a:solidFill>
                <a:latin typeface="Segoe UI"/>
              </a:rPr>
              <a:t>Combine points → 0–100 → level → scam type → advice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Small, dependency-light and easy to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109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7325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HTML5, CSS3 (Grid, Flexbox, variables), plain JavaScript, fetch, localStorage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Python 3.12, FastAPI (Starlette + Pydantic), Uvicorn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Domain parsing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tldextract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Live link check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Python standard library (http.client, ssl, socket) + RDAP domain age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ML 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scikit-learn, NumPy, SciPy — exported to 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ML at runtime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Pure Python inference (no ML libraries needed)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Threat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OpenPhish, URLhaus, Phishing.Database, Tranco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Testing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pytest, httpx (FastAPI TestClient), end-to-end smoke test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Segoe UI"/>
                        </a:rPr>
                        <a:t>Docker (python:3.12-slim), Vercel, Render / Railway / Fly / Cloud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Coming up in Round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Inside the detection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2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00400"/>
            <a:ext cx="2834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Indian-context text patterns and email header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56032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2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69748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Links &amp;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200400"/>
            <a:ext cx="2834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Look-alike domains, reputation and two machine-learning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56032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2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69748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200400"/>
            <a:ext cx="2834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egoe UI"/>
              </a:rPr>
              <a:t>How every point is combined into an explained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